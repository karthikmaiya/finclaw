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Bricolage Grotesque Extra Bold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16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59185"/>
            <a:ext cx="314377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506438"/>
            <a:ext cx="29641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CLASH OF THE CLAWS | TECH MANAGEMENT, SRI-B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7807" y="1791816"/>
            <a:ext cx="7088312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950"/>
              </a:lnSpc>
              <a:buNone/>
            </a:pPr>
            <a:r>
              <a:rPr lang="en-US" sz="5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FinClaw AI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1035993" y="2890465"/>
            <a:ext cx="707194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that stops you from spending before it's too late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6119" y="345742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Karthik Maiya | Ruthwik Bhargav | Vishal B | Dhanaraj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404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38894"/>
            <a:ext cx="2849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951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375097"/>
            <a:ext cx="4004965" cy="1308571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927" y="15359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Theme Selected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927" y="184241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GenAI Research &amp; Productivity (on-device intervention)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375097"/>
            <a:ext cx="4005039" cy="1308571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15359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3651" y="1842418"/>
            <a:ext cx="3683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spending is too effortless, leading to impulse buying. Tracking expenses post-purchase is a tedious, manual chore.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825428"/>
            <a:ext cx="4004965" cy="1535385"/>
          </a:xfrm>
          <a:prstGeom prst="roundRect">
            <a:avLst>
              <a:gd name="adj" fmla="val 3878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927" y="29862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Target Persona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927" y="3292748"/>
            <a:ext cx="36833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Gen-Z and Millennials who frequently use Quick Commerce apps, struggle with financial discipline, and abandon traditional budgeting apps due to manual entry fatigue.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825428"/>
            <a:ext cx="4005039" cy="1535385"/>
          </a:xfrm>
          <a:prstGeom prst="roundRect">
            <a:avLst>
              <a:gd name="adj" fmla="val 3878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3651" y="29862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Why It's Important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3651" y="3292748"/>
            <a:ext cx="3683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modern purchase experience is intentionally optimized against the consumer, and maintaining financial awareness requires too much friction.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452028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FinClaw AI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🦞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OpenClaw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81348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23838"/>
            <a:ext cx="2849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4454"/>
            <a:ext cx="42268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Current Solution &amp; Gaps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760041"/>
            <a:ext cx="2622724" cy="2215828"/>
          </a:xfrm>
          <a:prstGeom prst="roundRect">
            <a:avLst>
              <a:gd name="adj" fmla="val 2687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927" y="19208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Existing Solutions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927" y="222736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expense trackers, banking apps, and manual spreadsheets.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760041"/>
            <a:ext cx="2622724" cy="2215828"/>
          </a:xfrm>
          <a:prstGeom prst="roundRect">
            <a:avLst>
              <a:gd name="adj" fmla="val 2687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1410" y="1920850"/>
            <a:ext cx="21019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What's Missing / Broken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1410" y="2227362"/>
            <a:ext cx="23011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are entirely reactive and require manual data entry. They cannot detect intent before a purchase, nor can they automatically parse natural language or physical receipts effortlessly.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60041"/>
            <a:ext cx="2622724" cy="2215828"/>
          </a:xfrm>
          <a:prstGeom prst="roundRect">
            <a:avLst>
              <a:gd name="adj" fmla="val 2687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892" y="19208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Opportunity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85892" y="2227362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unified AI ecosystem that provides proactive intervention at checkout AND effortless automated tracking post-purchase.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13533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FinClaw AI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🦞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| OpenClaw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2867"/>
            <a:ext cx="386804" cy="214759"/>
          </a:xfrm>
          <a:prstGeom prst="roundRect">
            <a:avLst>
              <a:gd name="adj" fmla="val 18853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468957"/>
            <a:ext cx="242292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8553"/>
            <a:ext cx="30125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Solutions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218679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FinClaw Ecosystem</a:t>
            </a: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—a two-pronged autonomous financial guardian powered by OpenClaw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119" y="1550566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Solution 1: Proactive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6119" y="1892424"/>
            <a:ext cx="8151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Android Accessibility service that watches checkout screens, reads product and amount data, and intervenes before impulsive spending happens.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6119" y="2402607"/>
            <a:ext cx="2262932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Solution 2: Reactive/Analytical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6119" y="2744465"/>
            <a:ext cx="8151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personalized Telegram Bot linked to Actual Budget that logs expenses via natural language, performs Receipt OCR, and answers budget queries dynamically.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6119" y="3254648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Features: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119" y="3596506"/>
            <a:ext cx="8151763" cy="82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checkout detection</a:t>
            </a:r>
            <a:endParaRPr lang="en-US" sz="9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Emotional AI warnings</a:t>
            </a:r>
            <a:endParaRPr lang="en-US" sz="9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Tesseract-powered Receipt OCR</a:t>
            </a:r>
            <a:endParaRPr lang="en-US" sz="9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Conversational financial insights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119" y="4532263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FinClaw AI 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🦞</a:t>
            </a: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| OpenClaw Hackathon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526" y="67270"/>
            <a:ext cx="2261518" cy="500895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6119" y="572170"/>
            <a:ext cx="432197" cy="248692"/>
          </a:xfrm>
          <a:prstGeom prst="roundRect">
            <a:avLst>
              <a:gd name="adj" fmla="val 18196"/>
            </a:avLst>
          </a:prstGeom>
          <a:solidFill>
            <a:srgbClr val="3E0845"/>
          </a:solidFill>
          <a:ln/>
        </p:spPr>
      </p:sp>
      <p:sp>
        <p:nvSpPr>
          <p:cNvPr id="5" name="Text 1"/>
          <p:cNvSpPr/>
          <p:nvPr/>
        </p:nvSpPr>
        <p:spPr>
          <a:xfrm>
            <a:off x="576858" y="612502"/>
            <a:ext cx="270718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96119" y="871984"/>
            <a:ext cx="4671045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Demo/Product Walkthrough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496119" y="1484784"/>
            <a:ext cx="472276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Screen/Flow: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 opens Swiggy → reaches checkout → AccessibilityService detects payment UI → Flask backend receives product + amount → OpenClaw reasons via Groq → Android shows warning notification or fullscreen overlay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96119" y="2468984"/>
            <a:ext cx="4722763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User Interacts: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Mid-checkout, app reads screen, extracts "BK Veg Pizza Puff — ₹407", sends to AI. Returns tailored warning: "You've spent ₹1,200 on food this week. Skip this?"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96119" y="3243114"/>
            <a:ext cx="4722763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Moments: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Notification shown for ₹407 food order (normal). Fullscreen impulse overlay triggered for ₹16,990 iPhone purchase. Dashboard pie chart auto-updates with new transaction category.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933673" y="4178796"/>
            <a:ext cx="415059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3218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65708"/>
            <a:ext cx="2849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4632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Tech &amp; Architecture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601912"/>
            <a:ext cx="2622724" cy="1308571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927" y="1762720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Frontend / Intervention Layer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927" y="2290688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Kotlin, Jetpack Compose, Android AccessibilityService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601912"/>
            <a:ext cx="2622724" cy="1308571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1410" y="1762720"/>
            <a:ext cx="18052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Bot &amp; Tracking Layer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1410" y="206923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Node.js, Telegram Bot API, Actual Budget API, Tesseract.js (for OCR)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601912"/>
            <a:ext cx="2622724" cy="1308571"/>
          </a:xfrm>
          <a:prstGeom prst="roundRect">
            <a:avLst>
              <a:gd name="adj" fmla="val 455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892" y="17627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&amp; 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85892" y="2069232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Flask, Groq API (fast LLM inference)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052242"/>
            <a:ext cx="8151688" cy="1081757"/>
          </a:xfrm>
          <a:prstGeom prst="roundRect">
            <a:avLst>
              <a:gd name="adj" fmla="val 5504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927" y="32130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6927" y="3519562"/>
            <a:ext cx="783007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 workspace manages agent behavior, budget metadata skills, and intelligent categorization fallbacks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429346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FinClaw AI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🦞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| OpenClaw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15665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58155"/>
            <a:ext cx="2849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3877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Impact &amp; Use cases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384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Real-Life Scenarios: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172519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College student on Zomato at midnight — app flags ₹407 Peri Peri Fries as 4th food order this week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on Flipkart during flash sale — fullscreen overlay for ₹16,990 iPhone 15 Pro Max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one-click purchase — detects ₹4,500 shoes and categorizes as Shopping with warning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Quick-commerce impulse buy — Blinkit ₹1,200 detergent + snacks flagged as over daily utility budget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38792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Potential: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Works on any Android app with checkout UI. Extensible to any quick-commerce, food delivery, or e-commerce platform. Can serve millions of users who make daily impulse purchases.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400102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FinClaw AI 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🦞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| OpenClaw Hackathon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6853"/>
            <a:ext cx="432197" cy="248692"/>
          </a:xfrm>
          <a:prstGeom prst="roundRect">
            <a:avLst>
              <a:gd name="adj" fmla="val 18196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76858" y="697185"/>
            <a:ext cx="270718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956667"/>
            <a:ext cx="33669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Differentiation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96119" y="1569467"/>
            <a:ext cx="2631951" cy="2065213"/>
          </a:xfrm>
          <a:prstGeom prst="roundRect">
            <a:avLst>
              <a:gd name="adj" fmla="val 2739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784" y="1723132"/>
            <a:ext cx="204512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Why FinClaw Stands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784" y="2010221"/>
            <a:ext cx="2324621" cy="126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existing finance app is reactive — it records history. FinClaw is proactive — it observes intent in real-time and acts before money is spent. This is the fundamental behavioral shift.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5987" y="1569467"/>
            <a:ext cx="2631951" cy="2065213"/>
          </a:xfrm>
          <a:prstGeom prst="roundRect">
            <a:avLst>
              <a:gd name="adj" fmla="val 2739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9652" y="1723132"/>
            <a:ext cx="2324621" cy="420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MOAT 1 — Screen-Level AI Awareness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9652" y="2220590"/>
            <a:ext cx="2324621" cy="105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Android AccessibilityService to read live checkout UI — no API integrations, no bank access needed. Works on any app that renders checkout text.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5856" y="1569467"/>
            <a:ext cx="2631951" cy="2065213"/>
          </a:xfrm>
          <a:prstGeom prst="roundRect">
            <a:avLst>
              <a:gd name="adj" fmla="val 2739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9521" y="1723132"/>
            <a:ext cx="2324621" cy="420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MOAT 2 — Emotionally Intelligent LLM Intervention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69521" y="2220590"/>
            <a:ext cx="2324621" cy="126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 + Groq generate context-aware, emotionally resonant warnings — not generic alerts. The AI understands what you are buying, when, and why it might be impulsive.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8078" y="3922514"/>
            <a:ext cx="794980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business, a moat is a sustainable competitive advantage that protects a company from competitors and helps maintain long-term profitability.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6119" y="3778597"/>
            <a:ext cx="19050" cy="707975"/>
          </a:xfrm>
          <a:prstGeom prst="rect">
            <a:avLst/>
          </a:prstGeom>
          <a:solidFill>
            <a:srgbClr val="EEAE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6648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49139"/>
            <a:ext cx="2849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2975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Demo Link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12888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Repo: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github.com/KarthikMaiya/FinClaw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267248"/>
            <a:ext cx="39029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Flow: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1. Open dashboard → 2. Open Swiggy/Amazon → 3. Reach checkout → 4. Show detected amount + product → 5. OpenClaw reasoning in backend → 6. Android notification → 7. Fullscreen overlay → 8. Dashboard update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75567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Submitted: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README + Architecture + Demo Screenshots included in submission.</a:t>
            </a:r>
            <a:endParaRPr lang="en-US" sz="1100" dirty="0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46974" y="593402"/>
            <a:ext cx="1895426" cy="4198018"/>
          </a:xfrm>
          <a:prstGeom prst="rect">
            <a:avLst/>
          </a:prstGeom>
        </p:spPr>
      </p:pic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53882" y="675655"/>
            <a:ext cx="1764337" cy="3907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0"/>
            <a:ext cx="600075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259" y="1179091"/>
            <a:ext cx="5238824" cy="2785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854175"/>
            <a:ext cx="2436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Visualization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509763"/>
            <a:ext cx="2436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pie charts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Spending analytics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breakdowns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02841"/>
            <a:ext cx="455042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45332"/>
            <a:ext cx="2849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25947"/>
            <a:ext cx="55613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Future Roadmap &amp; Extensibility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281535"/>
            <a:ext cx="815176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📱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User-defined budget input screen with monthly spending limits per category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🧠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Emotional spending history analysis — AI detects patterns like late-night food orders or sale-triggered electronics sprees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Live dashboard with pie charts, weekly summaries, category-wise spending reports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🗣️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Voice-based AI intervention — spoken warning before purchase is confirmed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☁️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Cloud sync + multi-device support for households tracking shared budgets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895</Words>
  <Application>Microsoft Office PowerPoint</Application>
  <PresentationFormat>On-screen Show (16:9)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Bricolage Grotesque Extra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ruthwik bhargav</cp:lastModifiedBy>
  <cp:revision>4</cp:revision>
  <dcterms:created xsi:type="dcterms:W3CDTF">2026-05-08T18:06:27Z</dcterms:created>
  <dcterms:modified xsi:type="dcterms:W3CDTF">2026-05-08T18:09:55Z</dcterms:modified>
</cp:coreProperties>
</file>